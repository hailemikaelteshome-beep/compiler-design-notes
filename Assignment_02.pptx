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6" r:id="rId7"/>
    <p:sldId id="262" r:id="rId8"/>
    <p:sldId id="265" r:id="rId9"/>
    <p:sldId id="261" r:id="rId10"/>
    <p:sldId id="264" r:id="rId11"/>
    <p:sldId id="267" r:id="rId12"/>
    <p:sldId id="26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52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5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9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7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3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0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1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2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20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76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32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9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78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12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0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8ABB90-3647-48D4-BF29-5CAC4239556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2B854C0-CE2C-42D5-8106-41D2934B4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6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D637-1043-FA27-992D-85290990EA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How Does the Lexical Analyzer Handle White Spaces and Comments?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7CA6C-60B6-052E-D5A2-82485C2BF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Course: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Principles of Compiler Design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Topic: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Lexical Analysis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Student Name: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HAILEMIKAEL TESHOME 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Student ID:1411310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4751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03D6-94E2-B69C-2F3B-B01A6521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18535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6D9F15-8238-A644-02EC-3FB8D7E0B3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3497" y="1920210"/>
            <a:ext cx="972067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Lexical Analysis is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first phase of a compiler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It converts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source code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 into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tokens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White spaces and comments do not affect program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The lexical analyzer must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identify and ignore them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Proper handling improves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compiler efficiency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</p:txBody>
      </p:sp>
    </p:spTree>
    <p:extLst>
      <p:ext uri="{BB962C8B-B14F-4D97-AF65-F5344CB8AC3E}">
        <p14:creationId xmlns:p14="http://schemas.microsoft.com/office/powerpoint/2010/main" val="704087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2F8C-808B-5057-D3E7-F7FBD2290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46355"/>
          </a:xfrm>
        </p:spPr>
        <p:txBody>
          <a:bodyPr/>
          <a:lstStyle/>
          <a:p>
            <a:r>
              <a:rPr lang="en-US" b="1" dirty="0"/>
              <a:t>Role of Lexical Analyzer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D8C4B9-E251-AF68-CDF3-1FF06E3AA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1803364"/>
            <a:ext cx="931150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Reads source code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 by character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 characters into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tokens to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 analyzer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-White spaces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-Comments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-Line numbers (for error reporting)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355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9BB1B-88E3-1221-450B-3EB9B00D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28368"/>
          </a:xfrm>
        </p:spPr>
        <p:txBody>
          <a:bodyPr/>
          <a:lstStyle/>
          <a:p>
            <a:r>
              <a:rPr lang="en-US" b="1" dirty="0"/>
              <a:t>What Are White Spaces?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03AA47-E06F-1F26-238F-7F6AD26CA0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1443176"/>
            <a:ext cx="770108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White spaces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Spaces (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Tabs (\t)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New lines (\n)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Purpose: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Improve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readability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 of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Separate tokens (e.g., int 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Key Point: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        White spaces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not tokens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 in most languages</a:t>
            </a:r>
          </a:p>
        </p:txBody>
      </p:sp>
    </p:spTree>
    <p:extLst>
      <p:ext uri="{BB962C8B-B14F-4D97-AF65-F5344CB8AC3E}">
        <p14:creationId xmlns:p14="http://schemas.microsoft.com/office/powerpoint/2010/main" val="2603941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E563-A0D2-0300-0F02-57DDA702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46355"/>
          </a:xfrm>
        </p:spPr>
        <p:txBody>
          <a:bodyPr/>
          <a:lstStyle/>
          <a:p>
            <a:r>
              <a:rPr lang="en-US" b="1" dirty="0"/>
              <a:t>Handling White Spaces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7FF003-8AC0-D7DC-FA3A-035A528859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1988031"/>
            <a:ext cx="943559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Lexical analyzer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white space characters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ignored and not passed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parser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breaks are counted for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diagnostics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a = 10;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 produced: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int, a, =, 10, 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11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71EC-41C2-9245-72CB-47E96835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66019"/>
          </a:xfrm>
        </p:spPr>
        <p:txBody>
          <a:bodyPr/>
          <a:lstStyle/>
          <a:p>
            <a:r>
              <a:rPr lang="en-US" b="1" dirty="0"/>
              <a:t>What Are Comments?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FEC0BA-4C96-3AD8-EEC6-FE72B7C37D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4" y="2299253"/>
            <a:ext cx="9744126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Comments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non-executable text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documentation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Comments: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Single-line comment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// This is a comment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Multi-line comment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/* This is a multi-line comment */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89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0B16-74C4-25D7-388F-3E43D672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25013"/>
          </a:xfrm>
        </p:spPr>
        <p:txBody>
          <a:bodyPr/>
          <a:lstStyle/>
          <a:p>
            <a:r>
              <a:rPr lang="en-US" b="1" dirty="0"/>
              <a:t>Handling Comments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818864-5406-1AE3-010A-E349B0AF2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2" y="1581444"/>
            <a:ext cx="9331171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Lexar recognizes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 patterns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Skips all characters until: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 of line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delimiter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Comments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sent as tokens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x = 5; // assign value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     x, =, 5, 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30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6A95-BE52-AE7A-0C3E-EE17D37A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6690"/>
          </a:xfrm>
        </p:spPr>
        <p:txBody>
          <a:bodyPr/>
          <a:lstStyle/>
          <a:p>
            <a:r>
              <a:rPr lang="en-US" b="1" dirty="0"/>
              <a:t>Algorithm (Simplified 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5CA1C-9700-5020-A5BF-56843080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45111"/>
            <a:ext cx="10018713" cy="3746090"/>
          </a:xfrm>
        </p:spPr>
        <p:txBody>
          <a:bodyPr/>
          <a:lstStyle/>
          <a:p>
            <a:r>
              <a:rPr lang="en-US" sz="2800" b="1" dirty="0"/>
              <a:t>Step 1:</a:t>
            </a:r>
            <a:r>
              <a:rPr lang="en-US" sz="2800" dirty="0"/>
              <a:t> Read next character</a:t>
            </a:r>
            <a:br>
              <a:rPr lang="en-US" sz="2800" dirty="0"/>
            </a:br>
            <a:r>
              <a:rPr lang="en-US" sz="2800" b="1" dirty="0"/>
              <a:t>Step 2: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If white space → skip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If comment start → skip comment</a:t>
            </a:r>
            <a:br>
              <a:rPr lang="en-US" sz="2800" dirty="0"/>
            </a:br>
            <a:r>
              <a:rPr lang="en-US" sz="2800" b="1" dirty="0"/>
              <a:t>Step 3:</a:t>
            </a:r>
            <a:r>
              <a:rPr lang="en-US" sz="2800" dirty="0"/>
              <a:t> Identify valid token</a:t>
            </a:r>
            <a:br>
              <a:rPr lang="en-US" sz="2800" dirty="0"/>
            </a:br>
            <a:r>
              <a:rPr lang="en-US" sz="2800" b="1" dirty="0"/>
              <a:t>Step 4:</a:t>
            </a:r>
            <a:r>
              <a:rPr lang="en-US" sz="2800" dirty="0"/>
              <a:t> Send token to parser</a:t>
            </a:r>
          </a:p>
          <a:p>
            <a:r>
              <a:rPr lang="en-US" sz="2800" dirty="0"/>
              <a:t>📌 White spaces &amp; comments are </a:t>
            </a:r>
            <a:r>
              <a:rPr lang="en-US" sz="2800" b="1" dirty="0"/>
              <a:t>filtered out early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14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2A693-F4C5-9472-86A0-F66D49E30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60120"/>
          </a:xfrm>
        </p:spPr>
        <p:txBody>
          <a:bodyPr/>
          <a:lstStyle/>
          <a:p>
            <a:r>
              <a:rPr lang="en-US" b="1" dirty="0"/>
              <a:t>Practical Example (Code View)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D0392C-E068-08ED-B1AF-CB64F0511D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958867"/>
            <a:ext cx="269016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Code: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int sum = a + b; /* addition*/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black and white image of a mathematical equation&#10;&#10;AI-generated content may be incorrect.">
            <a:extLst>
              <a:ext uri="{FF2B5EF4-FFF2-40B4-BE49-F238E27FC236}">
                <a16:creationId xmlns:a16="http://schemas.microsoft.com/office/drawing/2014/main" id="{399DA88C-768B-A4A9-F1DC-E0373C45D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4290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14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43F1-7701-FB56-2D09-5F8C140B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874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Why Is This Important?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7B477-9896-7AAB-BD85-ABA9B085B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2328041"/>
            <a:ext cx="859530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Reduces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parser complexity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Improves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compiler performance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Prevents syntax errors caused by comments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Enables clean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token stream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Essential for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TIMES"/>
              </a:rPr>
              <a:t>accurate error reporting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TIMES"/>
            </a:endParaRPr>
          </a:p>
        </p:txBody>
      </p:sp>
    </p:spTree>
    <p:extLst>
      <p:ext uri="{BB962C8B-B14F-4D97-AF65-F5344CB8AC3E}">
        <p14:creationId xmlns:p14="http://schemas.microsoft.com/office/powerpoint/2010/main" val="1077307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2D93-F6D6-697A-38E4-0C63D1F2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8200"/>
          </a:xfrm>
        </p:spPr>
        <p:txBody>
          <a:bodyPr/>
          <a:lstStyle/>
          <a:p>
            <a:r>
              <a:rPr lang="en-US" b="1" dirty="0"/>
              <a:t>Real-World Application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86F3E8-10EF-31DC-B841-FB00ADD9F2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1660" y="1669784"/>
            <a:ext cx="621791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-GCC Compiler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-Clang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-Java Compiler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- Lex / Flex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IDEs rely on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rules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   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 highlighting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-Code formatting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86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BA38-3BD4-D707-1B6A-7D26C442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08659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6048C7-CB05-8E55-CC75-B47689B9D6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4479" y="1804902"/>
            <a:ext cx="778764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Lexical analyzer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ignores white spaces and comments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do not affect program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handling ensures: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-Clean token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-Efficient syntax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step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in compiler design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925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839E-CF00-2F13-F78B-6A94DA32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49960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14FED4-4EB8-27E3-BA40-650D8832A4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2138870"/>
            <a:ext cx="984408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Lam, Sethi, Ullman –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Compilers: Principles, Techniques &amp; Tools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Alfred V.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Lexical Analysis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(Academic resources)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GeeksforGeeks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Compiler Design (Lexical Analysis section)</a:t>
            </a:r>
          </a:p>
        </p:txBody>
      </p:sp>
    </p:spTree>
    <p:extLst>
      <p:ext uri="{BB962C8B-B14F-4D97-AF65-F5344CB8AC3E}">
        <p14:creationId xmlns:p14="http://schemas.microsoft.com/office/powerpoint/2010/main" val="1102230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29</TotalTime>
  <Words>486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Arial Narrow</vt:lpstr>
      <vt:lpstr>Arial Unicode MS</vt:lpstr>
      <vt:lpstr>Corbel</vt:lpstr>
      <vt:lpstr>NEW TIMES</vt:lpstr>
      <vt:lpstr>Parallax</vt:lpstr>
      <vt:lpstr>How Does the Lexical Analyzer Handle White Spaces and Comments?</vt:lpstr>
      <vt:lpstr>Introduction</vt:lpstr>
      <vt:lpstr>Role of Lexical Analyzer</vt:lpstr>
      <vt:lpstr>What Are White Spaces?</vt:lpstr>
      <vt:lpstr>Handling White Spaces</vt:lpstr>
      <vt:lpstr>What Are Comments?</vt:lpstr>
      <vt:lpstr>Handling Comments</vt:lpstr>
      <vt:lpstr>Algorithm (Simplified Flow)</vt:lpstr>
      <vt:lpstr>Practical Example (Code View)</vt:lpstr>
      <vt:lpstr>Why Is This Important?</vt:lpstr>
      <vt:lpstr>Real-World Application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yared kefyalew</dc:creator>
  <cp:lastModifiedBy>yared kefyalew</cp:lastModifiedBy>
  <cp:revision>5</cp:revision>
  <dcterms:created xsi:type="dcterms:W3CDTF">2026-01-12T07:17:01Z</dcterms:created>
  <dcterms:modified xsi:type="dcterms:W3CDTF">2026-01-12T07:46:48Z</dcterms:modified>
</cp:coreProperties>
</file>